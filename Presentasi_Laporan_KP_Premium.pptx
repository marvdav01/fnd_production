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600">
                <a:solidFill>
                  <a:srgbClr val="38BDF8"/>
                </a:solidFill>
                <a:latin typeface="Arial"/>
              </a:rPr>
              <a:t>PERANCANGAN BACKEND, DATABASE, DAN DASHBOARD ADMIN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200">
                <a:solidFill>
                  <a:srgbClr val="E2E8F0"/>
                </a:solidFill>
                <a:latin typeface="Arial"/>
              </a:rPr>
              <a:t>Sistem Manajemen Produksi Event FND Production</a:t>
            </a:r>
          </a:p>
          <a:p/>
          <a:p>
            <a:r>
              <a:rPr sz="2200">
                <a:solidFill>
                  <a:srgbClr val="E2E8F0"/>
                </a:solidFill>
                <a:latin typeface="Arial"/>
              </a:rPr>
              <a:t>Laporan Kerja Praktek</a:t>
            </a:r>
          </a:p>
          <a:p>
            <a:r>
              <a:rPr sz="2200">
                <a:solidFill>
                  <a:srgbClr val="E2E8F0"/>
                </a:solidFill>
                <a:latin typeface="Arial"/>
              </a:rPr>
              <a:t>Edisyah Putra Waruwu (411231179)</a:t>
            </a:r>
          </a:p>
          <a:p>
            <a:r>
              <a:rPr sz="2200">
                <a:solidFill>
                  <a:srgbClr val="E2E8F0"/>
                </a:solidFill>
                <a:latin typeface="Arial"/>
              </a:rPr>
              <a:t>Program Studi Teknik Informatika</a:t>
            </a:r>
          </a:p>
          <a:p>
            <a:r>
              <a:rPr sz="2200">
                <a:solidFill>
                  <a:srgbClr val="E2E8F0"/>
                </a:solidFill>
                <a:latin typeface="Arial"/>
              </a:rPr>
              <a:t>Universitas Dian Nusantara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38BDF8"/>
                </a:solidFill>
                <a:latin typeface="Arial"/>
              </a:rPr>
              <a:t>Latar Belakang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Industri event management modern bergerak secara cepat dan dinamis.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PT Fortuna Nusa Dream (FND Production) masih mengelola operasional secara manual dan parsial.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Risiko administratif: overbooking alat, tumpang tindih jadwal penyewaan dan kru lapangan.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Solusi: Pengembangan sistem informasi terintegrasi dengan backend modern (Next.js) dan database relasional (MySQL).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38BDF8"/>
                </a:solidFill>
                <a:latin typeface="Arial"/>
              </a:rPr>
              <a:t>Tujuan Kerja Praktek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Merancang dan membangun arsitektur basis data relasional (MySQL) yang optimal untuk operasional FND Production.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Membangun dashboard admin berbasis web (Next.js) untuk mempermudah manajemen internal.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Mengimplementasikan RESTful API routes yang aman sebagai jembatan komunikasi data sistem.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38BDF8"/>
                </a:solidFill>
                <a:latin typeface="Arial"/>
              </a:rPr>
              <a:t>Gambaran Umum Perusahaan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Berdiri sejak 2015, FND Production adalah penyedia tata cahaya (lighting system) profesional.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Melayani konser musik, wedding, corporate gathering, dan hiburan lainnya.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Penempatan Kerja Praktek: Divisi Operasional dan Produksi (Technical Department).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Peran: Tim Instalasi Lapangan &amp; Analis Sistem untuk mengobservasi alur kerja dan merancang sistem manajemen.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38BDF8"/>
                </a:solidFill>
                <a:latin typeface="Arial"/>
              </a:rPr>
              <a:t>Arsitektur Sistem (Client-Server)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Pendekatan Headless (berbasis API) untuk menjembatani Web Admin dan Mobile App (Klien &amp; Kru).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Frontend Layer: App Router Next.js, shadcn/ui, Tailwind CSS.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API Layer: Next.js API Routes (Serverless) untuk logika bisnis dan transaksi database.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Backend Layer: MySQL Database untuk pengolahan data relasional transaksional yang andal.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38BDF8"/>
                </a:solidFill>
                <a:latin typeface="Arial"/>
              </a:rPr>
              <a:t>Teknologi yang Digunakan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Bahasa: TypeScript / JavaScript, SQL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Framework: Next.js 16.2, React.js, Tailwind CSS 4.2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Database: MySQL, mysql2/promise ORM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Library Pendukung: shadcn/ui, React Hook Form, Zod, Recharts, Lucide React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Infrastruktur: Vercel Cloud Deployment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38BDF8"/>
                </a:solidFill>
                <a:latin typeface="Arial"/>
              </a:rPr>
              <a:t>Implementasi &amp; Hasil Utama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Dashboard Admin terpusat untuk kelola inventaris alat, kru, dan transaksi event secara real-time.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Algoritma pencegahan konflik jadwal kru dan pencegahan overbooking peralatan.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Database Transaction digunakan untuk memastikan integritas data apabila terjadi kegagalan sistem.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Automasi update status inventaris saat terjadi perubahan pada jadwal (misal: event dibatalkan).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3600" b="1">
                <a:solidFill>
                  <a:srgbClr val="38BDF8"/>
                </a:solidFill>
                <a:latin typeface="Arial"/>
              </a:rPr>
              <a:t>Evaluasi &amp; Kesimpulan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Sistem sukses mentransformasi proses persetujuan pesanan dari hitungan jam menjadi hitungan menit.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Kelebihan: Antarmuka UI/UX modern, keamanan tipe data (TypeScript), database tangguh.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Digitalisasi meminimalkan risiko human error dalam alokasi inventaris peralatan dan jadwal kru.</a:t>
            </a:r>
          </a:p>
          <a:p>
            <a:pPr>
              <a:spcAft>
                <a:spcPts val="2000"/>
              </a:spcAft>
            </a:pPr>
            <a:r>
              <a:rPr sz="2400">
                <a:solidFill>
                  <a:srgbClr val="F1F5F9"/>
                </a:solidFill>
                <a:latin typeface="Arial"/>
              </a:rPr>
              <a:t>Penerapan Next.js dan MySQL memberikan landasan performa dan integritas yang sangat solid.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